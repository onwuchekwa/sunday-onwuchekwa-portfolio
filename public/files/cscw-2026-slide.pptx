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"/>
  </p:notes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6F0A978-0E65-4058-BBF9-F179F825826C}" v="4" dt="2026-10-09T18:28:01.12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80387" autoAdjust="0"/>
  </p:normalViewPr>
  <p:slideViewPr>
    <p:cSldViewPr snapToGrid="0">
      <p:cViewPr varScale="1">
        <p:scale>
          <a:sx n="89" d="100"/>
          <a:sy n="89" d="100"/>
        </p:scale>
        <p:origin x="1398" y="78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microsoft.com/office/2016/11/relationships/changesInfo" Target="changesInfos/changesInfo1.xml"/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Relationship Id="rId9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unday Onwuchekwa" userId="0db0fed8-15af-49dd-a1da-f938af465c72" providerId="ADAL" clId="{2B22F7EE-2C24-4C21-8F10-52145744A6F9}"/>
    <pc:docChg chg="undo custSel addSld delSld modSld">
      <pc:chgData name="Sunday Onwuchekwa" userId="0db0fed8-15af-49dd-a1da-f938af465c72" providerId="ADAL" clId="{2B22F7EE-2C24-4C21-8F10-52145744A6F9}" dt="2026-10-09T19:39:55.903" v="600" actId="14100"/>
      <pc:docMkLst>
        <pc:docMk/>
      </pc:docMkLst>
      <pc:sldChg chg="delSp modSp mod modNotesTx">
        <pc:chgData name="Sunday Onwuchekwa" userId="0db0fed8-15af-49dd-a1da-f938af465c72" providerId="ADAL" clId="{2B22F7EE-2C24-4C21-8F10-52145744A6F9}" dt="2026-10-09T19:39:55.903" v="600" actId="14100"/>
        <pc:sldMkLst>
          <pc:docMk/>
          <pc:sldMk cId="1654682068" sldId="256"/>
        </pc:sldMkLst>
        <pc:spChg chg="mod">
          <ac:chgData name="Sunday Onwuchekwa" userId="0db0fed8-15af-49dd-a1da-f938af465c72" providerId="ADAL" clId="{2B22F7EE-2C24-4C21-8F10-52145744A6F9}" dt="2026-09-29T17:02:32.335" v="503" actId="552"/>
          <ac:spMkLst>
            <pc:docMk/>
            <pc:sldMk cId="1654682068" sldId="256"/>
            <ac:spMk id="2" creationId="{CBE52117-4449-457C-9BAC-80046496DD11}"/>
          </ac:spMkLst>
        </pc:spChg>
        <pc:spChg chg="mod">
          <ac:chgData name="Sunday Onwuchekwa" userId="0db0fed8-15af-49dd-a1da-f938af465c72" providerId="ADAL" clId="{2B22F7EE-2C24-4C21-8F10-52145744A6F9}" dt="2026-09-29T17:02:32.335" v="503" actId="552"/>
          <ac:spMkLst>
            <pc:docMk/>
            <pc:sldMk cId="1654682068" sldId="256"/>
            <ac:spMk id="3" creationId="{4AA60024-BD9C-4627-A686-DFB6F393BDAD}"/>
          </ac:spMkLst>
        </pc:spChg>
        <pc:spChg chg="mod">
          <ac:chgData name="Sunday Onwuchekwa" userId="0db0fed8-15af-49dd-a1da-f938af465c72" providerId="ADAL" clId="{2B22F7EE-2C24-4C21-8F10-52145744A6F9}" dt="2026-09-29T17:02:32.335" v="503" actId="552"/>
          <ac:spMkLst>
            <pc:docMk/>
            <pc:sldMk cId="1654682068" sldId="256"/>
            <ac:spMk id="4" creationId="{7B36B553-EF6F-4C21-B75F-63A390EA05AE}"/>
          </ac:spMkLst>
        </pc:spChg>
        <pc:spChg chg="mod">
          <ac:chgData name="Sunday Onwuchekwa" userId="0db0fed8-15af-49dd-a1da-f938af465c72" providerId="ADAL" clId="{2B22F7EE-2C24-4C21-8F10-52145744A6F9}" dt="2026-10-09T18:28:09.244" v="598" actId="20577"/>
          <ac:spMkLst>
            <pc:docMk/>
            <pc:sldMk cId="1654682068" sldId="256"/>
            <ac:spMk id="5" creationId="{D86D37F0-3F1D-4314-A04F-A9246CF8B48F}"/>
          </ac:spMkLst>
        </pc:spChg>
        <pc:spChg chg="mod">
          <ac:chgData name="Sunday Onwuchekwa" userId="0db0fed8-15af-49dd-a1da-f938af465c72" providerId="ADAL" clId="{2B22F7EE-2C24-4C21-8F10-52145744A6F9}" dt="2026-10-09T18:28:08.879" v="597" actId="1076"/>
          <ac:spMkLst>
            <pc:docMk/>
            <pc:sldMk cId="1654682068" sldId="256"/>
            <ac:spMk id="6" creationId="{CFC48AF8-D81F-4EF4-A485-E744B20589E7}"/>
          </ac:spMkLst>
        </pc:spChg>
        <pc:spChg chg="mod">
          <ac:chgData name="Sunday Onwuchekwa" userId="0db0fed8-15af-49dd-a1da-f938af465c72" providerId="ADAL" clId="{2B22F7EE-2C24-4C21-8F10-52145744A6F9}" dt="2026-10-09T19:39:55.903" v="600" actId="14100"/>
          <ac:spMkLst>
            <pc:docMk/>
            <pc:sldMk cId="1654682068" sldId="256"/>
            <ac:spMk id="7" creationId="{CAFDE80F-59E1-4AD6-8B06-B849D7BE2163}"/>
          </ac:spMkLst>
        </pc:spChg>
        <pc:spChg chg="mod">
          <ac:chgData name="Sunday Onwuchekwa" userId="0db0fed8-15af-49dd-a1da-f938af465c72" providerId="ADAL" clId="{2B22F7EE-2C24-4C21-8F10-52145744A6F9}" dt="2026-09-29T16:59:03.544" v="476" actId="554"/>
          <ac:spMkLst>
            <pc:docMk/>
            <pc:sldMk cId="1654682068" sldId="256"/>
            <ac:spMk id="8" creationId="{43721915-B8AA-4435-98DB-9426B4944FAD}"/>
          </ac:spMkLst>
        </pc:spChg>
        <pc:spChg chg="mod">
          <ac:chgData name="Sunday Onwuchekwa" userId="0db0fed8-15af-49dd-a1da-f938af465c72" providerId="ADAL" clId="{2B22F7EE-2C24-4C21-8F10-52145744A6F9}" dt="2026-09-29T17:02:10.565" v="502" actId="1076"/>
          <ac:spMkLst>
            <pc:docMk/>
            <pc:sldMk cId="1654682068" sldId="256"/>
            <ac:spMk id="9" creationId="{36BD73D1-A5A9-4039-9BD4-44733C5A93D0}"/>
          </ac:spMkLst>
        </pc:spChg>
        <pc:spChg chg="mod">
          <ac:chgData name="Sunday Onwuchekwa" userId="0db0fed8-15af-49dd-a1da-f938af465c72" providerId="ADAL" clId="{2B22F7EE-2C24-4C21-8F10-52145744A6F9}" dt="2026-09-29T17:02:10.565" v="502" actId="1076"/>
          <ac:spMkLst>
            <pc:docMk/>
            <pc:sldMk cId="1654682068" sldId="256"/>
            <ac:spMk id="10" creationId="{596251A0-18AB-4B65-BC03-0015D8DD6B8B}"/>
          </ac:spMkLst>
        </pc:spChg>
        <pc:spChg chg="mod">
          <ac:chgData name="Sunday Onwuchekwa" userId="0db0fed8-15af-49dd-a1da-f938af465c72" providerId="ADAL" clId="{2B22F7EE-2C24-4C21-8F10-52145744A6F9}" dt="2026-09-29T17:02:10.565" v="502" actId="1076"/>
          <ac:spMkLst>
            <pc:docMk/>
            <pc:sldMk cId="1654682068" sldId="256"/>
            <ac:spMk id="11" creationId="{F69EB36A-0BFA-4CD2-870F-817184DFC110}"/>
          </ac:spMkLst>
        </pc:spChg>
        <pc:spChg chg="mod">
          <ac:chgData name="Sunday Onwuchekwa" userId="0db0fed8-15af-49dd-a1da-f938af465c72" providerId="ADAL" clId="{2B22F7EE-2C24-4C21-8F10-52145744A6F9}" dt="2026-09-28T17:46:43.949" v="100" actId="1036"/>
          <ac:spMkLst>
            <pc:docMk/>
            <pc:sldMk cId="1654682068" sldId="256"/>
            <ac:spMk id="12" creationId="{67BE3F11-95F9-43CA-A3B4-D17D188FA906}"/>
          </ac:spMkLst>
        </pc:spChg>
        <pc:spChg chg="mod">
          <ac:chgData name="Sunday Onwuchekwa" userId="0db0fed8-15af-49dd-a1da-f938af465c72" providerId="ADAL" clId="{2B22F7EE-2C24-4C21-8F10-52145744A6F9}" dt="2026-09-28T17:46:43.949" v="100" actId="1036"/>
          <ac:spMkLst>
            <pc:docMk/>
            <pc:sldMk cId="1654682068" sldId="256"/>
            <ac:spMk id="13" creationId="{71BE7978-AD69-4514-A93F-3802CFCD3E31}"/>
          </ac:spMkLst>
        </pc:spChg>
        <pc:spChg chg="mod">
          <ac:chgData name="Sunday Onwuchekwa" userId="0db0fed8-15af-49dd-a1da-f938af465c72" providerId="ADAL" clId="{2B22F7EE-2C24-4C21-8F10-52145744A6F9}" dt="2026-09-29T17:02:10.565" v="502" actId="1076"/>
          <ac:spMkLst>
            <pc:docMk/>
            <pc:sldMk cId="1654682068" sldId="256"/>
            <ac:spMk id="14" creationId="{B3C6BC5C-16EF-4B7D-988A-C9F9C28D3E44}"/>
          </ac:spMkLst>
        </pc:spChg>
        <pc:spChg chg="mod">
          <ac:chgData name="Sunday Onwuchekwa" userId="0db0fed8-15af-49dd-a1da-f938af465c72" providerId="ADAL" clId="{2B22F7EE-2C24-4C21-8F10-52145744A6F9}" dt="2026-09-28T17:46:43.949" v="100" actId="1036"/>
          <ac:spMkLst>
            <pc:docMk/>
            <pc:sldMk cId="1654682068" sldId="256"/>
            <ac:spMk id="15" creationId="{80C80B57-8FD8-4ECA-9EB6-82D222A9AA4D}"/>
          </ac:spMkLst>
        </pc:spChg>
        <pc:spChg chg="mod">
          <ac:chgData name="Sunday Onwuchekwa" userId="0db0fed8-15af-49dd-a1da-f938af465c72" providerId="ADAL" clId="{2B22F7EE-2C24-4C21-8F10-52145744A6F9}" dt="2026-09-29T17:02:10.565" v="502" actId="1076"/>
          <ac:spMkLst>
            <pc:docMk/>
            <pc:sldMk cId="1654682068" sldId="256"/>
            <ac:spMk id="16" creationId="{0B7394C8-FE41-4BAB-9411-9721DE2ABCDC}"/>
          </ac:spMkLst>
        </pc:spChg>
        <pc:spChg chg="mod">
          <ac:chgData name="Sunday Onwuchekwa" userId="0db0fed8-15af-49dd-a1da-f938af465c72" providerId="ADAL" clId="{2B22F7EE-2C24-4C21-8F10-52145744A6F9}" dt="2026-09-29T17:01:37.951" v="501" actId="1076"/>
          <ac:spMkLst>
            <pc:docMk/>
            <pc:sldMk cId="1654682068" sldId="256"/>
            <ac:spMk id="18" creationId="{8B33786D-2733-47BE-80C3-3D445B5788E9}"/>
          </ac:spMkLst>
        </pc:spChg>
        <pc:spChg chg="mod">
          <ac:chgData name="Sunday Onwuchekwa" userId="0db0fed8-15af-49dd-a1da-f938af465c72" providerId="ADAL" clId="{2B22F7EE-2C24-4C21-8F10-52145744A6F9}" dt="2026-09-29T17:02:10.565" v="502" actId="1076"/>
          <ac:spMkLst>
            <pc:docMk/>
            <pc:sldMk cId="1654682068" sldId="256"/>
            <ac:spMk id="19" creationId="{119B3732-2EF6-47EE-85E0-0B44E533E865}"/>
          </ac:spMkLst>
        </pc:spChg>
        <pc:spChg chg="mod">
          <ac:chgData name="Sunday Onwuchekwa" userId="0db0fed8-15af-49dd-a1da-f938af465c72" providerId="ADAL" clId="{2B22F7EE-2C24-4C21-8F10-52145744A6F9}" dt="2026-09-29T17:02:10.565" v="502" actId="1076"/>
          <ac:spMkLst>
            <pc:docMk/>
            <pc:sldMk cId="1654682068" sldId="256"/>
            <ac:spMk id="20" creationId="{2CF13C91-1B9A-44A7-BF98-4298E6B52A54}"/>
          </ac:spMkLst>
        </pc:spChg>
        <pc:spChg chg="mod">
          <ac:chgData name="Sunday Onwuchekwa" userId="0db0fed8-15af-49dd-a1da-f938af465c72" providerId="ADAL" clId="{2B22F7EE-2C24-4C21-8F10-52145744A6F9}" dt="2026-09-28T17:46:43.949" v="100" actId="1036"/>
          <ac:spMkLst>
            <pc:docMk/>
            <pc:sldMk cId="1654682068" sldId="256"/>
            <ac:spMk id="21" creationId="{2F95A314-46F6-4569-807A-AAE54BF31DCC}"/>
          </ac:spMkLst>
        </pc:spChg>
        <pc:spChg chg="mod">
          <ac:chgData name="Sunday Onwuchekwa" userId="0db0fed8-15af-49dd-a1da-f938af465c72" providerId="ADAL" clId="{2B22F7EE-2C24-4C21-8F10-52145744A6F9}" dt="2026-09-28T17:46:43.949" v="100" actId="1036"/>
          <ac:spMkLst>
            <pc:docMk/>
            <pc:sldMk cId="1654682068" sldId="256"/>
            <ac:spMk id="22" creationId="{DA2850F3-9D25-4426-B259-112BA326A0D6}"/>
          </ac:spMkLst>
        </pc:spChg>
        <pc:spChg chg="mod">
          <ac:chgData name="Sunday Onwuchekwa" userId="0db0fed8-15af-49dd-a1da-f938af465c72" providerId="ADAL" clId="{2B22F7EE-2C24-4C21-8F10-52145744A6F9}" dt="2026-09-29T17:02:10.565" v="502" actId="1076"/>
          <ac:spMkLst>
            <pc:docMk/>
            <pc:sldMk cId="1654682068" sldId="256"/>
            <ac:spMk id="23" creationId="{D4F7850F-2B0E-4CC1-82B7-8D5A266DE786}"/>
          </ac:spMkLst>
        </pc:spChg>
        <pc:spChg chg="mod">
          <ac:chgData name="Sunday Onwuchekwa" userId="0db0fed8-15af-49dd-a1da-f938af465c72" providerId="ADAL" clId="{2B22F7EE-2C24-4C21-8F10-52145744A6F9}" dt="2026-09-29T17:02:10.565" v="502" actId="1076"/>
          <ac:spMkLst>
            <pc:docMk/>
            <pc:sldMk cId="1654682068" sldId="256"/>
            <ac:spMk id="24" creationId="{D80AFB3F-DB7D-4224-A2DB-D8F72EB36A7C}"/>
          </ac:spMkLst>
        </pc:spChg>
        <pc:spChg chg="mod ord">
          <ac:chgData name="Sunday Onwuchekwa" userId="0db0fed8-15af-49dd-a1da-f938af465c72" providerId="ADAL" clId="{2B22F7EE-2C24-4C21-8F10-52145744A6F9}" dt="2026-09-29T17:03:56.887" v="510" actId="12788"/>
          <ac:spMkLst>
            <pc:docMk/>
            <pc:sldMk cId="1654682068" sldId="256"/>
            <ac:spMk id="25" creationId="{043FE880-AB45-49EE-AF3E-5568966C8F04}"/>
          </ac:spMkLst>
        </pc:spChg>
        <pc:spChg chg="mod ord">
          <ac:chgData name="Sunday Onwuchekwa" userId="0db0fed8-15af-49dd-a1da-f938af465c72" providerId="ADAL" clId="{2B22F7EE-2C24-4C21-8F10-52145744A6F9}" dt="2026-09-29T17:03:56.887" v="510" actId="12788"/>
          <ac:spMkLst>
            <pc:docMk/>
            <pc:sldMk cId="1654682068" sldId="256"/>
            <ac:spMk id="26" creationId="{B61F3693-9BB6-4BA6-AF45-487B0320B5C5}"/>
          </ac:spMkLst>
        </pc:spChg>
        <pc:spChg chg="mod">
          <ac:chgData name="Sunday Onwuchekwa" userId="0db0fed8-15af-49dd-a1da-f938af465c72" providerId="ADAL" clId="{2B22F7EE-2C24-4C21-8F10-52145744A6F9}" dt="2026-09-29T16:58:02.629" v="462" actId="552"/>
          <ac:spMkLst>
            <pc:docMk/>
            <pc:sldMk cId="1654682068" sldId="256"/>
            <ac:spMk id="28" creationId="{63571ECC-45E8-4404-9910-4D56AD886185}"/>
          </ac:spMkLst>
        </pc:spChg>
      </pc:sldChg>
      <pc:sldChg chg="add del">
        <pc:chgData name="Sunday Onwuchekwa" userId="0db0fed8-15af-49dd-a1da-f938af465c72" providerId="ADAL" clId="{2B22F7EE-2C24-4C21-8F10-52145744A6F9}" dt="2026-10-09T18:28:01.127" v="580"/>
        <pc:sldMkLst>
          <pc:docMk/>
          <pc:sldMk cId="717131881" sldId="257"/>
        </pc:sldMkLst>
      </pc:sldChg>
      <pc:sldChg chg="add del setBg">
        <pc:chgData name="Sunday Onwuchekwa" userId="0db0fed8-15af-49dd-a1da-f938af465c72" providerId="ADAL" clId="{2B22F7EE-2C24-4C21-8F10-52145744A6F9}" dt="2026-10-09T18:22:50.158" v="578"/>
        <pc:sldMkLst>
          <pc:docMk/>
          <pc:sldMk cId="4240336275" sldId="257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02A4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top-accent">
            <a:extLst>
              <a:ext uri="{FF2B5EF4-FFF2-40B4-BE49-F238E27FC236}">
                <a16:creationId xmlns:a16="http://schemas.microsoft.com/office/drawing/2014/main" id="{63571ECC-45E8-4404-9910-4D56AD886185}"/>
              </a:ext>
            </a:extLst>
          </p:cNvPr>
          <p:cNvSpPr>
            <a:spLocks noGrp="1"/>
          </p:cNvSpPr>
          <p:nvPr/>
        </p:nvSpPr>
        <p:spPr>
          <a:xfrm>
            <a:off x="645907" y="263556"/>
            <a:ext cx="685800" cy="76200"/>
          </a:xfrm>
          <a:prstGeom prst="rect">
            <a:avLst/>
          </a:prstGeom>
          <a:solidFill>
            <a:srgbClr val="F6C453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CBE52117-4449-457C-9BAC-80046496DD11}"/>
              </a:ext>
            </a:extLst>
          </p:cNvPr>
          <p:cNvSpPr>
            <a:spLocks noGrp="1"/>
          </p:cNvSpPr>
          <p:nvPr/>
        </p:nvSpPr>
        <p:spPr>
          <a:xfrm>
            <a:off x="559843" y="424260"/>
            <a:ext cx="10900186" cy="1125763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>
              <a:defRPr sz="27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lang="en-US" sz="3400" dirty="0"/>
              <a:t>Between Scaffolding and Self-Direction: Technology Use in Young Adults’ Religious Practice</a:t>
            </a:r>
            <a:endParaRPr sz="3400" b="1" dirty="0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" name="subtitle">
            <a:extLst>
              <a:ext uri="{FF2B5EF4-FFF2-40B4-BE49-F238E27FC236}">
                <a16:creationId xmlns:a16="http://schemas.microsoft.com/office/drawing/2014/main" id="{4AA60024-BD9C-4627-A686-DFB6F393BDAD}"/>
              </a:ext>
            </a:extLst>
          </p:cNvPr>
          <p:cNvSpPr>
            <a:spLocks noGrp="1"/>
          </p:cNvSpPr>
          <p:nvPr/>
        </p:nvSpPr>
        <p:spPr>
          <a:xfrm>
            <a:off x="559843" y="1581890"/>
            <a:ext cx="103822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>
              <a:defRPr sz="1350" b="0">
                <a:solidFill>
                  <a:srgbClr val="D9E2EC"/>
                </a:solidFill>
                <a:latin typeface="Arial"/>
                <a:ea typeface="Arial"/>
                <a:cs typeface="Arial"/>
              </a:defRPr>
            </a:pPr>
            <a:r>
              <a:rPr lang="en-US" sz="1200" b="0" i="1" dirty="0">
                <a:solidFill>
                  <a:srgbClr val="D9E2EC"/>
                </a:solidFill>
                <a:latin typeface="Arial"/>
                <a:ea typeface="Arial"/>
                <a:cs typeface="Arial"/>
              </a:rPr>
              <a:t>Sunday O. Onwuchekwa, Spencer Taylor, Tayzia Slade, Hannah Taylor, Gracee Putnam, </a:t>
            </a:r>
            <a:r>
              <a:rPr lang="en-US" sz="1200" b="0" i="1" dirty="0" err="1">
                <a:solidFill>
                  <a:srgbClr val="D9E2EC"/>
                </a:solidFill>
                <a:latin typeface="Arial"/>
                <a:ea typeface="Arial"/>
                <a:cs typeface="Arial"/>
              </a:rPr>
              <a:t>Xinru</a:t>
            </a:r>
            <a:r>
              <a:rPr lang="en-US" sz="1200" b="0" i="1" dirty="0">
                <a:solidFill>
                  <a:srgbClr val="D9E2EC"/>
                </a:solidFill>
                <a:latin typeface="Arial"/>
                <a:ea typeface="Arial"/>
                <a:cs typeface="Arial"/>
              </a:rPr>
              <a:t> Page, and Amanda Lee Hughes</a:t>
            </a:r>
            <a:endParaRPr sz="1200" b="0" i="1" dirty="0">
              <a:solidFill>
                <a:srgbClr val="D9E2EC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" name="study-label">
            <a:extLst>
              <a:ext uri="{FF2B5EF4-FFF2-40B4-BE49-F238E27FC236}">
                <a16:creationId xmlns:a16="http://schemas.microsoft.com/office/drawing/2014/main" id="{7B36B553-EF6F-4C21-B75F-63A390EA05AE}"/>
              </a:ext>
            </a:extLst>
          </p:cNvPr>
          <p:cNvSpPr>
            <a:spLocks noGrp="1"/>
          </p:cNvSpPr>
          <p:nvPr/>
        </p:nvSpPr>
        <p:spPr>
          <a:xfrm>
            <a:off x="559843" y="2032654"/>
            <a:ext cx="38100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>
              <a:defRPr sz="1050" b="1">
                <a:solidFill>
                  <a:srgbClr val="F6C453"/>
                </a:solidFill>
                <a:latin typeface="Arial"/>
                <a:ea typeface="Arial"/>
                <a:cs typeface="Arial"/>
              </a:defRPr>
            </a:pPr>
            <a:r>
              <a:rPr sz="2800" b="1" dirty="0">
                <a:solidFill>
                  <a:srgbClr val="F6C453"/>
                </a:solidFill>
                <a:latin typeface="Arial"/>
                <a:ea typeface="Arial"/>
                <a:cs typeface="Arial"/>
              </a:rPr>
              <a:t>THE STUDY</a:t>
            </a:r>
          </a:p>
        </p:txBody>
      </p:sp>
      <p:sp>
        <p:nvSpPr>
          <p:cNvPr id="5" name="workshops">
            <a:extLst>
              <a:ext uri="{FF2B5EF4-FFF2-40B4-BE49-F238E27FC236}">
                <a16:creationId xmlns:a16="http://schemas.microsoft.com/office/drawing/2014/main" id="{D86D37F0-3F1D-4314-A04F-A9246CF8B48F}"/>
              </a:ext>
            </a:extLst>
          </p:cNvPr>
          <p:cNvSpPr>
            <a:spLocks noGrp="1"/>
          </p:cNvSpPr>
          <p:nvPr/>
        </p:nvSpPr>
        <p:spPr>
          <a:xfrm>
            <a:off x="559843" y="2721121"/>
            <a:ext cx="40957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>
              <a:defRPr sz="25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5 workshops</a:t>
            </a:r>
            <a:endParaRPr sz="2550" b="1" dirty="0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" name="participants">
            <a:extLst>
              <a:ext uri="{FF2B5EF4-FFF2-40B4-BE49-F238E27FC236}">
                <a16:creationId xmlns:a16="http://schemas.microsoft.com/office/drawing/2014/main" id="{CFC48AF8-D81F-4EF4-A485-E744B20589E7}"/>
              </a:ext>
            </a:extLst>
          </p:cNvPr>
          <p:cNvSpPr>
            <a:spLocks noGrp="1"/>
          </p:cNvSpPr>
          <p:nvPr/>
        </p:nvSpPr>
        <p:spPr>
          <a:xfrm>
            <a:off x="559843" y="3430162"/>
            <a:ext cx="40957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>
              <a:defRPr sz="25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550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35 young adults</a:t>
            </a:r>
          </a:p>
        </p:txBody>
      </p:sp>
      <p:sp>
        <p:nvSpPr>
          <p:cNvPr id="7" name="method">
            <a:extLst>
              <a:ext uri="{FF2B5EF4-FFF2-40B4-BE49-F238E27FC236}">
                <a16:creationId xmlns:a16="http://schemas.microsoft.com/office/drawing/2014/main" id="{CAFDE80F-59E1-4AD6-8B06-B849D7BE2163}"/>
              </a:ext>
            </a:extLst>
          </p:cNvPr>
          <p:cNvSpPr>
            <a:spLocks noGrp="1"/>
          </p:cNvSpPr>
          <p:nvPr/>
        </p:nvSpPr>
        <p:spPr>
          <a:xfrm>
            <a:off x="559843" y="4474862"/>
            <a:ext cx="3134736" cy="862204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just">
              <a:defRPr sz="1350" b="0">
                <a:solidFill>
                  <a:srgbClr val="D9E2EC"/>
                </a:solidFill>
                <a:latin typeface="Arial"/>
                <a:ea typeface="Arial"/>
                <a:cs typeface="Arial"/>
              </a:defRPr>
            </a:pPr>
            <a:r>
              <a:rPr lang="en-US" sz="1600" dirty="0">
                <a:solidFill>
                  <a:srgbClr val="D9E2EC"/>
                </a:solidFill>
                <a:latin typeface="Arial"/>
                <a:ea typeface="Arial"/>
                <a:cs typeface="Arial"/>
              </a:rPr>
              <a:t>H</a:t>
            </a:r>
            <a:r>
              <a:rPr lang="en-US" sz="1600" b="0" dirty="0">
                <a:solidFill>
                  <a:srgbClr val="D9E2EC"/>
                </a:solidFill>
                <a:latin typeface="Arial"/>
                <a:ea typeface="Arial"/>
                <a:cs typeface="Arial"/>
              </a:rPr>
              <a:t>ow they use t</a:t>
            </a:r>
            <a:r>
              <a:rPr sz="1600" b="0" dirty="0">
                <a:solidFill>
                  <a:srgbClr val="D9E2EC"/>
                </a:solidFill>
                <a:latin typeface="Arial"/>
                <a:ea typeface="Arial"/>
                <a:cs typeface="Arial"/>
              </a:rPr>
              <a:t>echnology </a:t>
            </a:r>
            <a:r>
              <a:rPr lang="en-US" sz="1600" b="0" dirty="0">
                <a:solidFill>
                  <a:srgbClr val="D9E2EC"/>
                </a:solidFill>
                <a:latin typeface="Arial"/>
                <a:ea typeface="Arial"/>
                <a:cs typeface="Arial"/>
              </a:rPr>
              <a:t>for their religious practice.</a:t>
            </a:r>
            <a:endParaRPr sz="1600" b="0" dirty="0">
              <a:solidFill>
                <a:srgbClr val="D9E2EC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8" name="tensions-label">
            <a:extLst>
              <a:ext uri="{FF2B5EF4-FFF2-40B4-BE49-F238E27FC236}">
                <a16:creationId xmlns:a16="http://schemas.microsoft.com/office/drawing/2014/main" id="{43721915-B8AA-4435-98DB-9426B4944FAD}"/>
              </a:ext>
            </a:extLst>
          </p:cNvPr>
          <p:cNvSpPr>
            <a:spLocks noGrp="1"/>
          </p:cNvSpPr>
          <p:nvPr/>
        </p:nvSpPr>
        <p:spPr>
          <a:xfrm>
            <a:off x="5543011" y="2032654"/>
            <a:ext cx="53340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>
              <a:defRPr sz="1050" b="1">
                <a:solidFill>
                  <a:srgbClr val="F6C453"/>
                </a:solidFill>
                <a:latin typeface="Arial"/>
                <a:ea typeface="Arial"/>
                <a:cs typeface="Arial"/>
              </a:defRPr>
            </a:pPr>
            <a:r>
              <a:rPr sz="2800" b="1" dirty="0">
                <a:solidFill>
                  <a:srgbClr val="F6C453"/>
                </a:solidFill>
                <a:latin typeface="Arial"/>
                <a:cs typeface="Arial"/>
              </a:rPr>
              <a:t>FOUR TENSIONS</a:t>
            </a:r>
          </a:p>
        </p:txBody>
      </p:sp>
      <p:sp>
        <p:nvSpPr>
          <p:cNvPr id="9" name="tension-bar-1">
            <a:extLst>
              <a:ext uri="{FF2B5EF4-FFF2-40B4-BE49-F238E27FC236}">
                <a16:creationId xmlns:a16="http://schemas.microsoft.com/office/drawing/2014/main" id="{36BD73D1-A5A9-4039-9BD4-44733C5A93D0}"/>
              </a:ext>
            </a:extLst>
          </p:cNvPr>
          <p:cNvSpPr>
            <a:spLocks noGrp="1"/>
          </p:cNvSpPr>
          <p:nvPr/>
        </p:nvSpPr>
        <p:spPr>
          <a:xfrm>
            <a:off x="5642833" y="2695975"/>
            <a:ext cx="57150" cy="457200"/>
          </a:xfrm>
          <a:prstGeom prst="rect">
            <a:avLst/>
          </a:prstGeom>
          <a:solidFill>
            <a:srgbClr val="F6C453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nsion-number-1">
            <a:extLst>
              <a:ext uri="{FF2B5EF4-FFF2-40B4-BE49-F238E27FC236}">
                <a16:creationId xmlns:a16="http://schemas.microsoft.com/office/drawing/2014/main" id="{596251A0-18AB-4B65-BC03-0015D8DD6B8B}"/>
              </a:ext>
            </a:extLst>
          </p:cNvPr>
          <p:cNvSpPr>
            <a:spLocks noGrp="1"/>
          </p:cNvSpPr>
          <p:nvPr/>
        </p:nvSpPr>
        <p:spPr>
          <a:xfrm>
            <a:off x="5871433" y="2667400"/>
            <a:ext cx="419100" cy="287274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>
              <a:defRPr sz="1050" b="1">
                <a:solidFill>
                  <a:srgbClr val="F6C453"/>
                </a:solidFill>
                <a:latin typeface="Arial"/>
                <a:ea typeface="Arial"/>
                <a:cs typeface="Arial"/>
              </a:defRPr>
            </a:pPr>
            <a:r>
              <a:rPr sz="1600" b="1" dirty="0">
                <a:solidFill>
                  <a:srgbClr val="F6C453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11" name="tension-heading-1">
            <a:extLst>
              <a:ext uri="{FF2B5EF4-FFF2-40B4-BE49-F238E27FC236}">
                <a16:creationId xmlns:a16="http://schemas.microsoft.com/office/drawing/2014/main" id="{F69EB36A-0BFA-4CD2-870F-817184DFC110}"/>
              </a:ext>
            </a:extLst>
          </p:cNvPr>
          <p:cNvSpPr>
            <a:spLocks noGrp="1"/>
          </p:cNvSpPr>
          <p:nvPr/>
        </p:nvSpPr>
        <p:spPr>
          <a:xfrm>
            <a:off x="6366733" y="2611774"/>
            <a:ext cx="17145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000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Attention</a:t>
            </a:r>
          </a:p>
        </p:txBody>
      </p:sp>
      <p:sp>
        <p:nvSpPr>
          <p:cNvPr id="12" name="tension-detail-1">
            <a:extLst>
              <a:ext uri="{FF2B5EF4-FFF2-40B4-BE49-F238E27FC236}">
                <a16:creationId xmlns:a16="http://schemas.microsoft.com/office/drawing/2014/main" id="{67BE3F11-95F9-43CA-A3B4-D17D188FA906}"/>
              </a:ext>
            </a:extLst>
          </p:cNvPr>
          <p:cNvSpPr>
            <a:spLocks noGrp="1"/>
          </p:cNvSpPr>
          <p:nvPr/>
        </p:nvSpPr>
        <p:spPr>
          <a:xfrm>
            <a:off x="6366732" y="2934100"/>
            <a:ext cx="4829175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>
              <a:defRPr sz="1200" b="0">
                <a:solidFill>
                  <a:srgbClr val="D9E2EC"/>
                </a:solidFill>
                <a:latin typeface="Arial"/>
                <a:ea typeface="Arial"/>
                <a:cs typeface="Arial"/>
              </a:defRPr>
            </a:pPr>
            <a:r>
              <a:rPr sz="1600" b="0" dirty="0">
                <a:solidFill>
                  <a:srgbClr val="D9E2EC"/>
                </a:solidFill>
                <a:latin typeface="Arial"/>
                <a:ea typeface="Arial"/>
                <a:cs typeface="Arial"/>
              </a:rPr>
              <a:t>Protecting time for practice in a distracted life</a:t>
            </a:r>
          </a:p>
        </p:txBody>
      </p:sp>
      <p:sp>
        <p:nvSpPr>
          <p:cNvPr id="13" name="tension-bar-2">
            <a:extLst>
              <a:ext uri="{FF2B5EF4-FFF2-40B4-BE49-F238E27FC236}">
                <a16:creationId xmlns:a16="http://schemas.microsoft.com/office/drawing/2014/main" id="{71BE7978-AD69-4514-A93F-3802CFCD3E31}"/>
              </a:ext>
            </a:extLst>
          </p:cNvPr>
          <p:cNvSpPr>
            <a:spLocks noGrp="1"/>
          </p:cNvSpPr>
          <p:nvPr/>
        </p:nvSpPr>
        <p:spPr>
          <a:xfrm>
            <a:off x="5642833" y="3438925"/>
            <a:ext cx="57150" cy="457200"/>
          </a:xfrm>
          <a:prstGeom prst="rect">
            <a:avLst/>
          </a:prstGeom>
          <a:solidFill>
            <a:srgbClr val="F6C453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nsion-number-2">
            <a:extLst>
              <a:ext uri="{FF2B5EF4-FFF2-40B4-BE49-F238E27FC236}">
                <a16:creationId xmlns:a16="http://schemas.microsoft.com/office/drawing/2014/main" id="{B3C6BC5C-16EF-4B7D-988A-C9F9C28D3E44}"/>
              </a:ext>
            </a:extLst>
          </p:cNvPr>
          <p:cNvSpPr>
            <a:spLocks noGrp="1"/>
          </p:cNvSpPr>
          <p:nvPr/>
        </p:nvSpPr>
        <p:spPr>
          <a:xfrm>
            <a:off x="5871433" y="3410350"/>
            <a:ext cx="419100" cy="287274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>
              <a:defRPr sz="1050" b="1">
                <a:solidFill>
                  <a:srgbClr val="F6C453"/>
                </a:solidFill>
                <a:latin typeface="Arial"/>
                <a:ea typeface="Arial"/>
                <a:cs typeface="Arial"/>
              </a:defRPr>
            </a:pPr>
            <a:r>
              <a:rPr sz="1600" b="1" dirty="0">
                <a:solidFill>
                  <a:srgbClr val="F6C453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5" name="tension-heading-2">
            <a:extLst>
              <a:ext uri="{FF2B5EF4-FFF2-40B4-BE49-F238E27FC236}">
                <a16:creationId xmlns:a16="http://schemas.microsoft.com/office/drawing/2014/main" id="{80C80B57-8FD8-4ECA-9EB6-82D222A9AA4D}"/>
              </a:ext>
            </a:extLst>
          </p:cNvPr>
          <p:cNvSpPr>
            <a:spLocks noGrp="1"/>
          </p:cNvSpPr>
          <p:nvPr/>
        </p:nvSpPr>
        <p:spPr>
          <a:xfrm>
            <a:off x="6366733" y="3354724"/>
            <a:ext cx="1714500" cy="316992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000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Authority</a:t>
            </a:r>
          </a:p>
        </p:txBody>
      </p:sp>
      <p:sp>
        <p:nvSpPr>
          <p:cNvPr id="16" name="tension-detail-2">
            <a:extLst>
              <a:ext uri="{FF2B5EF4-FFF2-40B4-BE49-F238E27FC236}">
                <a16:creationId xmlns:a16="http://schemas.microsoft.com/office/drawing/2014/main" id="{0B7394C8-FE41-4BAB-9411-9721DE2ABCDC}"/>
              </a:ext>
            </a:extLst>
          </p:cNvPr>
          <p:cNvSpPr>
            <a:spLocks noGrp="1"/>
          </p:cNvSpPr>
          <p:nvPr/>
        </p:nvSpPr>
        <p:spPr>
          <a:xfrm>
            <a:off x="6366733" y="3677049"/>
            <a:ext cx="5066538" cy="32651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>
              <a:defRPr sz="1200" b="0">
                <a:solidFill>
                  <a:srgbClr val="D9E2EC"/>
                </a:solidFill>
                <a:latin typeface="Arial"/>
                <a:ea typeface="Arial"/>
                <a:cs typeface="Arial"/>
              </a:defRPr>
            </a:pPr>
            <a:r>
              <a:rPr sz="1600" b="0" dirty="0">
                <a:solidFill>
                  <a:srgbClr val="D9E2EC"/>
                </a:solidFill>
                <a:latin typeface="Arial"/>
                <a:ea typeface="Arial"/>
                <a:cs typeface="Arial"/>
              </a:rPr>
              <a:t>Finding resources people can trust</a:t>
            </a:r>
          </a:p>
        </p:txBody>
      </p:sp>
      <p:sp>
        <p:nvSpPr>
          <p:cNvPr id="17" name="tension-bar-3">
            <a:extLst>
              <a:ext uri="{FF2B5EF4-FFF2-40B4-BE49-F238E27FC236}">
                <a16:creationId xmlns:a16="http://schemas.microsoft.com/office/drawing/2014/main" id="{3D09F8B7-95BC-4E19-995B-BA8B597410B5}"/>
              </a:ext>
            </a:extLst>
          </p:cNvPr>
          <p:cNvSpPr>
            <a:spLocks noGrp="1"/>
          </p:cNvSpPr>
          <p:nvPr/>
        </p:nvSpPr>
        <p:spPr>
          <a:xfrm>
            <a:off x="5642833" y="4181875"/>
            <a:ext cx="57150" cy="457200"/>
          </a:xfrm>
          <a:prstGeom prst="rect">
            <a:avLst/>
          </a:prstGeom>
          <a:solidFill>
            <a:srgbClr val="F6C453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nsion-number-3">
            <a:extLst>
              <a:ext uri="{FF2B5EF4-FFF2-40B4-BE49-F238E27FC236}">
                <a16:creationId xmlns:a16="http://schemas.microsoft.com/office/drawing/2014/main" id="{8B33786D-2733-47BE-80C3-3D445B5788E9}"/>
              </a:ext>
            </a:extLst>
          </p:cNvPr>
          <p:cNvSpPr>
            <a:spLocks noGrp="1"/>
          </p:cNvSpPr>
          <p:nvPr/>
        </p:nvSpPr>
        <p:spPr>
          <a:xfrm>
            <a:off x="5871433" y="4153300"/>
            <a:ext cx="419100" cy="296798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>
              <a:defRPr sz="1050" b="1">
                <a:solidFill>
                  <a:srgbClr val="F6C453"/>
                </a:solidFill>
                <a:latin typeface="Arial"/>
                <a:ea typeface="Arial"/>
                <a:cs typeface="Arial"/>
              </a:defRPr>
            </a:pPr>
            <a:r>
              <a:rPr sz="1600" b="1" dirty="0">
                <a:solidFill>
                  <a:srgbClr val="F6C453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9" name="tension-heading-3">
            <a:extLst>
              <a:ext uri="{FF2B5EF4-FFF2-40B4-BE49-F238E27FC236}">
                <a16:creationId xmlns:a16="http://schemas.microsoft.com/office/drawing/2014/main" id="{119B3732-2EF6-47EE-85E0-0B44E533E865}"/>
              </a:ext>
            </a:extLst>
          </p:cNvPr>
          <p:cNvSpPr>
            <a:spLocks noGrp="1"/>
          </p:cNvSpPr>
          <p:nvPr/>
        </p:nvSpPr>
        <p:spPr>
          <a:xfrm>
            <a:off x="6366733" y="4097673"/>
            <a:ext cx="1714500" cy="3524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000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Community</a:t>
            </a:r>
          </a:p>
        </p:txBody>
      </p:sp>
      <p:sp>
        <p:nvSpPr>
          <p:cNvPr id="20" name="tension-detail-3">
            <a:extLst>
              <a:ext uri="{FF2B5EF4-FFF2-40B4-BE49-F238E27FC236}">
                <a16:creationId xmlns:a16="http://schemas.microsoft.com/office/drawing/2014/main" id="{2CF13C91-1B9A-44A7-BF98-4298E6B52A54}"/>
              </a:ext>
            </a:extLst>
          </p:cNvPr>
          <p:cNvSpPr>
            <a:spLocks noGrp="1"/>
          </p:cNvSpPr>
          <p:nvPr/>
        </p:nvSpPr>
        <p:spPr>
          <a:xfrm>
            <a:off x="6366733" y="4420000"/>
            <a:ext cx="5067300" cy="326516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>
              <a:defRPr sz="1200" b="0">
                <a:solidFill>
                  <a:srgbClr val="D9E2EC"/>
                </a:solidFill>
                <a:latin typeface="Arial"/>
                <a:ea typeface="Arial"/>
                <a:cs typeface="Arial"/>
              </a:defRPr>
            </a:pPr>
            <a:r>
              <a:rPr sz="1600" b="0" dirty="0">
                <a:solidFill>
                  <a:srgbClr val="D9E2EC"/>
                </a:solidFill>
                <a:latin typeface="Arial"/>
                <a:ea typeface="Arial"/>
                <a:cs typeface="Arial"/>
              </a:rPr>
              <a:t>Belonging without public pressure</a:t>
            </a:r>
          </a:p>
        </p:txBody>
      </p:sp>
      <p:sp>
        <p:nvSpPr>
          <p:cNvPr id="21" name="tension-bar-4">
            <a:extLst>
              <a:ext uri="{FF2B5EF4-FFF2-40B4-BE49-F238E27FC236}">
                <a16:creationId xmlns:a16="http://schemas.microsoft.com/office/drawing/2014/main" id="{2F95A314-46F6-4569-807A-AAE54BF31DCC}"/>
              </a:ext>
            </a:extLst>
          </p:cNvPr>
          <p:cNvSpPr>
            <a:spLocks noGrp="1"/>
          </p:cNvSpPr>
          <p:nvPr/>
        </p:nvSpPr>
        <p:spPr>
          <a:xfrm>
            <a:off x="5642833" y="4924825"/>
            <a:ext cx="57150" cy="457200"/>
          </a:xfrm>
          <a:prstGeom prst="rect">
            <a:avLst/>
          </a:prstGeom>
          <a:solidFill>
            <a:srgbClr val="F6C453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nsion-number-4">
            <a:extLst>
              <a:ext uri="{FF2B5EF4-FFF2-40B4-BE49-F238E27FC236}">
                <a16:creationId xmlns:a16="http://schemas.microsoft.com/office/drawing/2014/main" id="{DA2850F3-9D25-4426-B259-112BA326A0D6}"/>
              </a:ext>
            </a:extLst>
          </p:cNvPr>
          <p:cNvSpPr>
            <a:spLocks noGrp="1"/>
          </p:cNvSpPr>
          <p:nvPr/>
        </p:nvSpPr>
        <p:spPr>
          <a:xfrm>
            <a:off x="5871433" y="4896250"/>
            <a:ext cx="419100" cy="296798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>
              <a:defRPr sz="1050" b="1">
                <a:solidFill>
                  <a:srgbClr val="F6C453"/>
                </a:solidFill>
                <a:latin typeface="Arial"/>
                <a:ea typeface="Arial"/>
                <a:cs typeface="Arial"/>
              </a:defRPr>
            </a:pPr>
            <a:r>
              <a:rPr sz="1600" b="1" dirty="0">
                <a:solidFill>
                  <a:srgbClr val="F6C453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23" name="tension-heading-4">
            <a:extLst>
              <a:ext uri="{FF2B5EF4-FFF2-40B4-BE49-F238E27FC236}">
                <a16:creationId xmlns:a16="http://schemas.microsoft.com/office/drawing/2014/main" id="{D4F7850F-2B0E-4CC1-82B7-8D5A266DE786}"/>
              </a:ext>
            </a:extLst>
          </p:cNvPr>
          <p:cNvSpPr>
            <a:spLocks noGrp="1"/>
          </p:cNvSpPr>
          <p:nvPr/>
        </p:nvSpPr>
        <p:spPr>
          <a:xfrm>
            <a:off x="6366733" y="4840624"/>
            <a:ext cx="1714500" cy="326516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000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AI</a:t>
            </a:r>
          </a:p>
        </p:txBody>
      </p:sp>
      <p:sp>
        <p:nvSpPr>
          <p:cNvPr id="24" name="tension-detail-4">
            <a:extLst>
              <a:ext uri="{FF2B5EF4-FFF2-40B4-BE49-F238E27FC236}">
                <a16:creationId xmlns:a16="http://schemas.microsoft.com/office/drawing/2014/main" id="{D80AFB3F-DB7D-4224-A2DB-D8F72EB36A7C}"/>
              </a:ext>
            </a:extLst>
          </p:cNvPr>
          <p:cNvSpPr>
            <a:spLocks noGrp="1"/>
          </p:cNvSpPr>
          <p:nvPr/>
        </p:nvSpPr>
        <p:spPr>
          <a:xfrm>
            <a:off x="6366733" y="5162950"/>
            <a:ext cx="5067300" cy="564642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>
              <a:defRPr sz="1200" b="0">
                <a:solidFill>
                  <a:srgbClr val="D9E2EC"/>
                </a:solidFill>
                <a:latin typeface="Arial"/>
                <a:ea typeface="Arial"/>
                <a:cs typeface="Arial"/>
              </a:defRPr>
            </a:pPr>
            <a:r>
              <a:rPr sz="1600" b="0" dirty="0">
                <a:solidFill>
                  <a:srgbClr val="D9E2EC"/>
                </a:solidFill>
                <a:latin typeface="Arial"/>
                <a:ea typeface="Arial"/>
                <a:cs typeface="Arial"/>
              </a:rPr>
              <a:t>Getting assistance without replacing human or spiritual judgment</a:t>
            </a:r>
          </a:p>
        </p:txBody>
      </p:sp>
      <p:sp>
        <p:nvSpPr>
          <p:cNvPr id="25" name="takeaway-band">
            <a:extLst>
              <a:ext uri="{FF2B5EF4-FFF2-40B4-BE49-F238E27FC236}">
                <a16:creationId xmlns:a16="http://schemas.microsoft.com/office/drawing/2014/main" id="{043FE880-AB45-49EE-AF3E-5568966C8F04}"/>
              </a:ext>
            </a:extLst>
          </p:cNvPr>
          <p:cNvSpPr>
            <a:spLocks noGrp="1"/>
          </p:cNvSpPr>
          <p:nvPr/>
        </p:nvSpPr>
        <p:spPr>
          <a:xfrm>
            <a:off x="559842" y="5854507"/>
            <a:ext cx="11015385" cy="756284"/>
          </a:xfrm>
          <a:prstGeom prst="rect">
            <a:avLst/>
          </a:prstGeom>
          <a:solidFill>
            <a:srgbClr val="F6C453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akeaway">
            <a:extLst>
              <a:ext uri="{FF2B5EF4-FFF2-40B4-BE49-F238E27FC236}">
                <a16:creationId xmlns:a16="http://schemas.microsoft.com/office/drawing/2014/main" id="{B61F3693-9BB6-4BA6-AF45-487B0320B5C5}"/>
              </a:ext>
            </a:extLst>
          </p:cNvPr>
          <p:cNvSpPr>
            <a:spLocks noGrp="1"/>
          </p:cNvSpPr>
          <p:nvPr/>
        </p:nvSpPr>
        <p:spPr>
          <a:xfrm>
            <a:off x="1063213" y="5895274"/>
            <a:ext cx="10008643" cy="674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>
              <a:defRPr sz="157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2000" dirty="0">
                <a:solidFill>
                  <a:srgbClr val="102A43"/>
                </a:solidFill>
                <a:latin typeface="Arial"/>
                <a:ea typeface="Arial"/>
                <a:cs typeface="Arial"/>
              </a:rPr>
              <a:t>Takeaway: </a:t>
            </a:r>
            <a:r>
              <a:rPr lang="en-US" sz="2000" dirty="0">
                <a:solidFill>
                  <a:srgbClr val="102A43"/>
                </a:solidFill>
                <a:latin typeface="Arial"/>
                <a:ea typeface="Arial"/>
                <a:cs typeface="Arial"/>
              </a:rPr>
              <a:t>Technology design should l</a:t>
            </a:r>
            <a:r>
              <a:rPr sz="2000" i="1" dirty="0">
                <a:solidFill>
                  <a:srgbClr val="102A43"/>
                </a:solidFill>
                <a:latin typeface="Arial"/>
                <a:ea typeface="Arial"/>
                <a:cs typeface="Arial"/>
              </a:rPr>
              <a:t>ower the barrier to </a:t>
            </a:r>
            <a:r>
              <a:rPr lang="en-US" sz="2000" i="1" dirty="0">
                <a:solidFill>
                  <a:srgbClr val="102A43"/>
                </a:solidFill>
                <a:latin typeface="Arial"/>
                <a:ea typeface="Arial"/>
                <a:cs typeface="Arial"/>
              </a:rPr>
              <a:t>religious </a:t>
            </a:r>
            <a:r>
              <a:rPr sz="2000" i="1" dirty="0">
                <a:solidFill>
                  <a:srgbClr val="102A43"/>
                </a:solidFill>
                <a:latin typeface="Arial"/>
                <a:ea typeface="Arial"/>
                <a:cs typeface="Arial"/>
              </a:rPr>
              <a:t>practice while preserving intention, trust, and personal judgment.</a:t>
            </a:r>
          </a:p>
        </p:txBody>
      </p:sp>
    </p:spTree>
    <p:extLst>
      <p:ext uri="{BB962C8B-B14F-4D97-AF65-F5344CB8AC3E}">
        <p14:creationId xmlns:p14="http://schemas.microsoft.com/office/powerpoint/2010/main" val="1654682068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250</TotalTime>
  <Words>111</Words>
  <Application>Microsoft Office PowerPoint</Application>
  <DocSecurity>0</DocSecurity>
  <PresentationFormat>Widescreen</PresentationFormat>
  <Paragraphs>20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ChatGPT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Sunday Onwuchekwa</cp:lastModifiedBy>
  <cp:revision>1</cp:revision>
  <dcterms:created xsi:type="dcterms:W3CDTF">2026-09-28T17:29:33Z</dcterms:created>
  <dcterms:modified xsi:type="dcterms:W3CDTF">2026-10-09T19:40:06Z</dcterms:modified>
</cp:coreProperties>
</file>